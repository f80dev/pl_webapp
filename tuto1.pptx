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538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733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016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372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1061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124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51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8236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723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834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943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5247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406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9156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417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3330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3287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8998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1D35A7C-3EF3-4E93-8FE1-81A231D566B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9B6F6BE-639B-41B7-A8D5-D7E28CA6AA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27134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D9E72B48-D70C-34D7-1E7B-A10B1E9E9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OASIS Planning Viewer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CBADB85-BE07-6089-5173-71907F9A9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1969"/>
            <a:ext cx="10353762" cy="36992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800" dirty="0"/>
              <a:t>OASIS Planning Viewer permet d’afficher en temps réels et presque instantanément l’ensemble des cours de l’année scolaire courante de différentes façons</a:t>
            </a:r>
          </a:p>
          <a:p>
            <a:pPr marL="0" indent="0">
              <a:buNone/>
            </a:pPr>
            <a:endParaRPr lang="fr-FR" sz="2800" dirty="0"/>
          </a:p>
          <a:p>
            <a:pPr marL="0" indent="0">
              <a:buNone/>
            </a:pPr>
            <a:r>
              <a:rPr lang="fr-FR" sz="2800" dirty="0"/>
              <a:t>Il facilite l’échange en proposant d’exporter les calendriers dans plusieurs formats</a:t>
            </a:r>
          </a:p>
          <a:p>
            <a:pPr marL="0" indent="0">
              <a:buNone/>
            </a:pPr>
            <a:endParaRPr lang="fr-FR" sz="2800" dirty="0"/>
          </a:p>
          <a:p>
            <a:pPr marL="0" indent="0">
              <a:buNone/>
            </a:pPr>
            <a:r>
              <a:rPr lang="fr-FR" sz="2800" dirty="0"/>
              <a:t>Il est compatible est l’affichage sur des tablettes et smartphone</a:t>
            </a:r>
          </a:p>
        </p:txBody>
      </p:sp>
    </p:spTree>
    <p:extLst>
      <p:ext uri="{BB962C8B-B14F-4D97-AF65-F5344CB8AC3E}">
        <p14:creationId xmlns:p14="http://schemas.microsoft.com/office/powerpoint/2010/main" val="3752884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D2D4E7-DF03-1AB4-43CD-A8F387DBF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8" b="-1"/>
          <a:stretch>
            <a:fillRect/>
          </a:stretch>
        </p:blipFill>
        <p:spPr>
          <a:xfrm>
            <a:off x="1004951" y="1133133"/>
            <a:ext cx="8068066" cy="467393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C2B46A-27DA-81FE-3D19-ADE908333F3C}"/>
              </a:ext>
            </a:extLst>
          </p:cNvPr>
          <p:cNvSpPr/>
          <p:nvPr/>
        </p:nvSpPr>
        <p:spPr>
          <a:xfrm>
            <a:off x="822071" y="976355"/>
            <a:ext cx="8250946" cy="727059"/>
          </a:xfrm>
          <a:prstGeom prst="rect">
            <a:avLst/>
          </a:prstGeom>
          <a:solidFill>
            <a:schemeClr val="accent1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C295F79-3571-C643-5AAE-11F9EE301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9043" y="1970833"/>
            <a:ext cx="2114032" cy="379552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5F76E1-2A8B-5C06-1B78-171743E4A87A}"/>
              </a:ext>
            </a:extLst>
          </p:cNvPr>
          <p:cNvSpPr/>
          <p:nvPr/>
        </p:nvSpPr>
        <p:spPr>
          <a:xfrm>
            <a:off x="9207623" y="1841327"/>
            <a:ext cx="2223850" cy="3977673"/>
          </a:xfrm>
          <a:prstGeom prst="rect">
            <a:avLst/>
          </a:prstGeom>
          <a:solidFill>
            <a:schemeClr val="accent6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144550-4033-BF65-5CE1-110BB84F2B30}"/>
              </a:ext>
            </a:extLst>
          </p:cNvPr>
          <p:cNvSpPr/>
          <p:nvPr/>
        </p:nvSpPr>
        <p:spPr>
          <a:xfrm>
            <a:off x="822069" y="1750255"/>
            <a:ext cx="8250947" cy="4159818"/>
          </a:xfrm>
          <a:prstGeom prst="rect">
            <a:avLst/>
          </a:prstGeom>
          <a:solidFill>
            <a:schemeClr val="accent2">
              <a:lumMod val="40000"/>
              <a:lumOff val="60000"/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BD70D0D-DD98-F3FA-8DC9-F8EBDC464803}"/>
              </a:ext>
            </a:extLst>
          </p:cNvPr>
          <p:cNvSpPr/>
          <p:nvPr/>
        </p:nvSpPr>
        <p:spPr>
          <a:xfrm>
            <a:off x="570964" y="724549"/>
            <a:ext cx="502209" cy="4567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37FD62F-1954-1C43-1FB2-109F12C7C9FC}"/>
              </a:ext>
            </a:extLst>
          </p:cNvPr>
          <p:cNvSpPr/>
          <p:nvPr/>
        </p:nvSpPr>
        <p:spPr>
          <a:xfrm>
            <a:off x="607820" y="5681687"/>
            <a:ext cx="502209" cy="4567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4CA12A8-9CD8-ABC8-5E9D-92B48B436F76}"/>
              </a:ext>
            </a:extLst>
          </p:cNvPr>
          <p:cNvSpPr/>
          <p:nvPr/>
        </p:nvSpPr>
        <p:spPr>
          <a:xfrm>
            <a:off x="11047757" y="1669539"/>
            <a:ext cx="502209" cy="45677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91D95C3-2325-AE9C-5DDB-F5E596383C86}"/>
              </a:ext>
            </a:extLst>
          </p:cNvPr>
          <p:cNvSpPr txBox="1"/>
          <p:nvPr/>
        </p:nvSpPr>
        <p:spPr>
          <a:xfrm>
            <a:off x="1073173" y="6006665"/>
            <a:ext cx="6532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Le calendrier affiche l’ensemble des cours avec des informations comme le professeur, la salle … </a:t>
            </a:r>
            <a:r>
              <a:rPr lang="fr-FR" sz="1200" dirty="0" err="1"/>
              <a:t>etc</a:t>
            </a:r>
            <a:r>
              <a:rPr lang="fr-FR" sz="1200" dirty="0"/>
              <a:t> …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3EE6CAF-B8F6-50C8-CCC5-2BE54E4B4F4B}"/>
              </a:ext>
            </a:extLst>
          </p:cNvPr>
          <p:cNvSpPr txBox="1"/>
          <p:nvPr/>
        </p:nvSpPr>
        <p:spPr>
          <a:xfrm>
            <a:off x="1078852" y="467849"/>
            <a:ext cx="7920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La barre supérieure permet de naviguer dans le calendrier, de modifier les colonnes et la couleur des cours, et d’afficher le menu latéral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F9C9481-0851-2A8B-CCCA-88A9A1E0BCE0}"/>
              </a:ext>
            </a:extLst>
          </p:cNvPr>
          <p:cNvSpPr txBox="1"/>
          <p:nvPr/>
        </p:nvSpPr>
        <p:spPr>
          <a:xfrm>
            <a:off x="9146081" y="734592"/>
            <a:ext cx="2114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Le menu latéral permet de filtrer les événements par salles, professeurs … et d’exporter le calendrier sous différents formats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0B823FE-21D0-4DC4-9BAE-A1FB2D283B47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9073017" y="1133133"/>
            <a:ext cx="431058" cy="2067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6BA0BF59-3BD4-CFCD-4E10-981FA2BAD78B}"/>
              </a:ext>
            </a:extLst>
          </p:cNvPr>
          <p:cNvSpPr txBox="1"/>
          <p:nvPr/>
        </p:nvSpPr>
        <p:spPr>
          <a:xfrm>
            <a:off x="3047628" y="3245449"/>
            <a:ext cx="6095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 err="1">
                <a:solidFill>
                  <a:srgbClr val="C77DBB"/>
                </a:solidFill>
                <a:effectLst/>
                <a:latin typeface="JetBrains Mono"/>
              </a:rPr>
              <a:t>keydown</a:t>
            </a:r>
            <a:endParaRPr lang="fr-FR" dirty="0">
              <a:solidFill>
                <a:srgbClr val="BCBEC4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82271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4FCD5-D98C-89A1-C6EB-986BF76BF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4CAF673-6370-7A34-F984-7BE48169FD4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48639" y="508852"/>
            <a:ext cx="6191157" cy="59053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Il est possible d’interagir directement avec OASIS </a:t>
            </a:r>
            <a:r>
              <a:rPr lang="fr-FR" sz="2600" dirty="0"/>
              <a:t>via le menu contextuel ouvert par un click droit sur l’événement on peut</a:t>
            </a:r>
          </a:p>
          <a:p>
            <a:pPr lvl="1" indent="-342900">
              <a:buFontTx/>
              <a:buChar char="-"/>
            </a:pPr>
            <a:r>
              <a:rPr lang="fr-FR" sz="2400" dirty="0"/>
              <a:t>Ouvrir la séance sur OASIS</a:t>
            </a:r>
          </a:p>
          <a:p>
            <a:pPr lvl="1" indent="-342900">
              <a:buFontTx/>
              <a:buChar char="-"/>
            </a:pPr>
            <a:r>
              <a:rPr lang="fr-FR" sz="2400" dirty="0"/>
              <a:t>Ouvrir la salle du cours</a:t>
            </a:r>
          </a:p>
          <a:p>
            <a:pPr lvl="1" indent="-342900">
              <a:buFontTx/>
              <a:buChar char="-"/>
            </a:pPr>
            <a:r>
              <a:rPr lang="fr-FR" sz="2400" dirty="0"/>
              <a:t>Ouvrir le cours pour voir l’ensemble des séances de ce cours</a:t>
            </a:r>
          </a:p>
          <a:p>
            <a:pPr lvl="1" indent="-342900">
              <a:buFontTx/>
              <a:buChar char="-"/>
            </a:pPr>
            <a:endParaRPr lang="fr-FR" sz="2400" dirty="0"/>
          </a:p>
          <a:p>
            <a:pPr marL="0" indent="0">
              <a:buNone/>
            </a:pPr>
            <a:r>
              <a:rPr lang="fr-FR" sz="2600" dirty="0"/>
              <a:t>On peut également double cliquer sur le cours pour ouvrir OASIS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7334C1E-B794-6011-560C-244C415B8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887" y="1513359"/>
            <a:ext cx="2684985" cy="310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3152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oise">
  <a:themeElements>
    <a:clrScheme name="Ardois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ois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ois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Ardoise</Template>
  <TotalTime>54</TotalTime>
  <Words>164</Words>
  <Application>Microsoft Office PowerPoint</Application>
  <PresentationFormat>Grand écran</PresentationFormat>
  <Paragraphs>19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Calisto MT</vt:lpstr>
      <vt:lpstr>JetBrains Mono</vt:lpstr>
      <vt:lpstr>Wingdings 2</vt:lpstr>
      <vt:lpstr>Ardoise</vt:lpstr>
      <vt:lpstr>OASIS Planning Viewer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Hervé hoareau</dc:creator>
  <cp:lastModifiedBy>Hervé hoareau</cp:lastModifiedBy>
  <cp:revision>5</cp:revision>
  <dcterms:created xsi:type="dcterms:W3CDTF">2026-08-10T09:21:37Z</dcterms:created>
  <dcterms:modified xsi:type="dcterms:W3CDTF">2026-08-13T14:49:05Z</dcterms:modified>
</cp:coreProperties>
</file>